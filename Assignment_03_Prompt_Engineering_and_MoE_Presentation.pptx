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1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7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6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8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17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3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9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4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4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34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07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90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77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75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96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5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 Engineering and Mixture-of-Experts (MoE)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Prepared by: Muhammad Tajuddin</a:t>
            </a:r>
          </a:p>
          <a:p>
            <a:r>
              <a:t>Course: AI Prompt Engineering</a:t>
            </a:r>
          </a:p>
          <a:p>
            <a:r>
              <a:t>Date: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 is the process of designing and refining prompts to optimize AI model responses. It allows users to control tone, depth, and accuracy through structured instructions.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Prompting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Zero-Shot Prompting: Asking the model directly without examples.</a:t>
            </a:r>
          </a:p>
          <a:p>
            <a:r>
              <a:t>• Few-Shot Prompting: Providing examples to guide responses.</a:t>
            </a:r>
          </a:p>
          <a:p>
            <a:r>
              <a:t>• Role Prompting: Assigning a role to the AI (e.g., 'You are a teacher').</a:t>
            </a:r>
          </a:p>
          <a:p>
            <a:r>
              <a:t>• Instruction + Context Prompting: Combining instructions with background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Prompting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Chain-of-Thought (CoT): Encouraging step-by-step reasoning.</a:t>
            </a:r>
          </a:p>
          <a:p>
            <a:r>
              <a:t>• ReAct Prompting: Combining reasoning and action.</a:t>
            </a:r>
          </a:p>
          <a:p>
            <a:r>
              <a:t>• Tree-of-Thought: Branching logical reasoning paths.</a:t>
            </a:r>
          </a:p>
          <a:p>
            <a:r>
              <a:t>• Self-Consistency: Running multiple reasoning paths and selecting the best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Mixture-of-Experts (MoE)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Mixture-of-Experts (MoE) architecture divides a model into multiple 'experts'. Each expert handles specific types of input or reasoning, improving efficiency and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MoE in Large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LLMs like GPT-4 and GPT-5 use MoE layers. During inference, only a few specialized expert subnetworks activate based on the prompt type, making the model faster and more specialized.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 Text Summarization</a:t>
            </a:r>
          </a:p>
          <a:p>
            <a:endParaRPr/>
          </a:p>
          <a:p>
            <a:r>
              <a:t>Five prompt versions were tested using GPT-4 and GPT-5 with different tone and temperature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Versions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V1: 'Summarize the following paragraph.' (GPT-4, Temp 0.2)</a:t>
            </a:r>
          </a:p>
          <a:p>
            <a:r>
              <a:t>V2: 'Provide a concise, insightful summary.' (GPT-4, Temp 0.5)</a:t>
            </a:r>
          </a:p>
          <a:p>
            <a:r>
              <a:t>V3: 'Summarize for a beginner.' (GPT-4, Temp 0.7)</a:t>
            </a:r>
          </a:p>
          <a:p>
            <a:r>
              <a:t>V4: 'Summarize in two sentences highlighting key facts.' (GPT-5, Temp 0.3)</a:t>
            </a:r>
          </a:p>
          <a:p>
            <a:r>
              <a:t>V5: 'Give a short summary with one creative insight.' (GPT-5, Temp 0.8)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phrasing and temperature significantly influenced quality and tone.</a:t>
            </a:r>
          </a:p>
          <a:p>
            <a:endParaRPr/>
          </a:p>
          <a:p>
            <a:r>
              <a:t>• Lower temperature → factual, stable summaries.</a:t>
            </a:r>
          </a:p>
          <a:p>
            <a:r>
              <a:t>• Higher temperature → creative but less consistent.</a:t>
            </a:r>
          </a:p>
          <a:p>
            <a:r>
              <a:t>• GPT-5 (MoE-based) produced more context-aware and fluent outputs.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 combined with MoE architectures allows precise control over AI output.</a:t>
            </a:r>
          </a:p>
          <a:p>
            <a:r>
              <a:t>Small changes in prompt tone, structure, or parameters can greatly affect model behavior.</a:t>
            </a:r>
          </a:p>
          <a:p>
            <a:endParaRPr/>
          </a:p>
          <a:p>
            <a:r>
              <a:t>Future Work: Develop an automated prompt testing dashboard using GPT APIs.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405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Prompt Engineering and Mixture-of-Experts (MoE)</vt:lpstr>
      <vt:lpstr>Introduction</vt:lpstr>
      <vt:lpstr>Fundamental Prompting Techniques</vt:lpstr>
      <vt:lpstr>Advanced Prompting Strategies</vt:lpstr>
      <vt:lpstr>Mixture-of-Experts (MoE)</vt:lpstr>
      <vt:lpstr>MoE in Large Language Models</vt:lpstr>
      <vt:lpstr>Experimental Setup</vt:lpstr>
      <vt:lpstr>Prompt Versions Tested</vt:lpstr>
      <vt:lpstr>Results and Observations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and Mixture-of-Experts (MoE)</dc:title>
  <dc:subject/>
  <dc:creator/>
  <cp:keywords/>
  <dc:description>generated using python-pptx</dc:description>
  <cp:lastModifiedBy>Mohammad Tajuddin (Auditor -II - Audit)</cp:lastModifiedBy>
  <cp:revision>2</cp:revision>
  <dcterms:created xsi:type="dcterms:W3CDTF">2013-01-27T09:14:16Z</dcterms:created>
  <dcterms:modified xsi:type="dcterms:W3CDTF">2025-11-13T05:22:15Z</dcterms:modified>
  <cp:category/>
</cp:coreProperties>
</file>